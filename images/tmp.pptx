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655D6-5D39-3987-6C0C-4FFCE79C3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B5683A-D88A-D1C4-3AB2-252A1E3DF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4C9750-0F81-D79C-29CE-DDD85DA6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66671-D527-542A-095B-FF6DA151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4E9145-8BCC-B28F-A628-D6B7CE2F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66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8540A-41EB-1595-D9CA-320A4282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4A33F-E4F0-CD36-0A4C-390A35DD2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4A9F7D-7225-94C4-A584-04368518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6639E-FA01-7D58-20AD-F915D5CD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C0530B-D96A-7401-867F-585934E0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21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18753-705C-65CB-844A-DABA0B91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5EFFA9-43F4-23C8-76F5-B17CD2937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147105-BA3F-C95B-5295-61E77536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C2A34C-BF7C-3729-A698-8FC789FA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18DE9D-4D6A-D965-6D8B-4133C327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71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0B9AF-50C5-D90F-487F-506B4078B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21389-2B04-E159-B06A-A71E4ECE9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BEE63D-EAE9-39B8-D71C-805F178AD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7473B9-5011-1AE2-05F6-4F9BAD54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21DF20-0AAE-092E-9D29-DC162B1E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51F33B-027F-1466-5CC1-10AFF269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14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F9478-5211-6EB8-734F-FC69A840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A43FD8-E205-7B70-902C-AC0037706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38E146-EFC0-0D28-AFD6-CF83CC79E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DB3ECE-A268-8567-1212-BFBA88396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2E0CE7-80A6-8227-350A-4DD0C7D5C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BB10A-E1C7-3A2F-5015-B316CF78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36E3F6-5A34-F287-91C6-3C128C15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01E9FA-8D43-309E-139F-BB74E641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6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B4A63-F666-1667-8606-37423595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703E10-5ADD-3667-286D-1CF52173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2BA1B0-53A3-8465-B155-9E900FE9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43F171-9519-ED90-B7E5-ACBBFB35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5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57A6EC-3746-B36F-7804-F034DAD9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D46F27-072C-1D63-42AD-C9295901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94638-4CB2-4E54-FCA8-A38E9372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38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AEACE-F6B4-2682-AC88-3820F34F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E6923-0713-6D7D-8178-F2A1456E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C5BD57-6156-1BA8-7AD2-AAC97A481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944AA-9B39-2234-3330-0CC903A6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AF9D3-3F3E-8427-5912-A72F36AB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99698E-1593-705C-8FB9-38BB889C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60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1BAA6-84E9-3460-2FA3-ECBC7069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9D79AA-0867-6F78-2912-576885FF4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B72AF5-447D-82E6-A17D-F49D5431B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B2F57F-88C0-8A9B-0E01-203EE4BC8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A5AFD8-24F8-D3DE-86A8-C3625508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348A19-52DE-C668-67E9-5F42B098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2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A74B6-EF55-30EC-CE2D-FCEFD4E5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A90B78-80E3-8283-75BA-13885B401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86C20-D9CA-B657-237E-3F2BF67C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06E91-CC67-8C85-9224-2ADFCB2E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7B062-EC67-F946-B42B-B6859127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610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D9E09D-BC04-07D3-4974-FA9AEB010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9B909C-04D9-9AB6-81CB-C486F25F6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FCE7C-B377-A380-26C8-9CB611D61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D4311-A0E6-B447-FEEB-29F95C06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D6874-C71E-631D-02AB-191E2A97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17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45F842-5AB5-FFB6-EF99-253F7969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FB9F15-95D7-AE20-FD2A-6F3A76377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83D8E3-ED17-4102-100C-13712558B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C1E45-1190-491D-8AA6-3966963EF45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DBF18-5A6E-DEA3-F0F4-4ED866022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4CA75-3692-0AB4-2F38-DD55832D2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0B0BA-2F5C-4EF3-8391-89DE8576B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44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117328-0BDE-59CC-72AA-6A815C4D6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119" y="2871737"/>
            <a:ext cx="7826384" cy="34133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0086E8-7E06-2726-07BA-67E158BA6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119" y="225576"/>
            <a:ext cx="7826384" cy="256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0502-2B4C-F094-D670-E61EB5EF4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7ECBBB-8752-1EE4-6EF4-BB6B87176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24"/>
          <a:stretch>
            <a:fillRect/>
          </a:stretch>
        </p:blipFill>
        <p:spPr>
          <a:xfrm>
            <a:off x="2566554" y="3051345"/>
            <a:ext cx="7214753" cy="34741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583730-0A63-ADCE-247B-E3E18779A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554" y="203062"/>
            <a:ext cx="7214754" cy="28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2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40D0-4156-F5F9-EBC6-3B739D4A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9575819-247C-B908-79CA-459392D39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97" y="498763"/>
            <a:ext cx="713975" cy="7139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70CA2A6-70C7-C3B5-2007-1D7694C30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4" y="1527463"/>
            <a:ext cx="1093399" cy="614845"/>
          </a:xfrm>
          <a:prstGeom prst="rect">
            <a:avLst/>
          </a:prstGeom>
        </p:spPr>
      </p:pic>
      <p:pic>
        <p:nvPicPr>
          <p:cNvPr id="1030" name="Picture 6" descr="智平方科技| 全球领先的通用智能机器人研发、生产与服务提供商">
            <a:extLst>
              <a:ext uri="{FF2B5EF4-FFF2-40B4-BE49-F238E27FC236}">
                <a16:creationId xmlns:a16="http://schemas.microsoft.com/office/drawing/2014/main" id="{B1ADBDED-28E6-BF15-FF5A-C061BBB16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98" y="2608118"/>
            <a:ext cx="877616" cy="87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68BBF8-1CA7-A244-D4C2-B333E2E5EE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59" y="4382702"/>
            <a:ext cx="1836337" cy="6148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A4147F-4AA2-646C-A4F3-92E75942E4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9" t="28630" r="23617" b="27956"/>
          <a:stretch>
            <a:fillRect/>
          </a:stretch>
        </p:blipFill>
        <p:spPr>
          <a:xfrm>
            <a:off x="3631018" y="992267"/>
            <a:ext cx="5592725" cy="452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51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93A9B-A83F-E28F-BC39-2DEC5450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12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B71CD-F60E-7F49-7A32-C3501AA98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60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zhuoyang Liu</dc:creator>
  <cp:lastModifiedBy>zhuoyang Liu</cp:lastModifiedBy>
  <cp:revision>3</cp:revision>
  <dcterms:created xsi:type="dcterms:W3CDTF">2026-02-10T03:20:31Z</dcterms:created>
  <dcterms:modified xsi:type="dcterms:W3CDTF">2026-02-10T04:04:51Z</dcterms:modified>
</cp:coreProperties>
</file>