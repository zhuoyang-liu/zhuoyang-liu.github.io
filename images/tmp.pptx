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471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655D6-5D39-3987-6C0C-4FFCE79C3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5B5683A-D88A-D1C4-3AB2-252A1E3DF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4C9750-0F81-D79C-29CE-DDD85DA6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666671-D527-542A-095B-FF6DA151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4E9145-8BCC-B28F-A628-D6B7CE2F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66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B8540A-41EB-1595-D9CA-320A42825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64A33F-E4F0-CD36-0A4C-390A35DD2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4A9F7D-7225-94C4-A584-043685185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06639E-FA01-7D58-20AD-F915D5CDA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C0530B-D96A-7401-867F-585934E0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210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A18753-705C-65CB-844A-DABA0B91C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5EFFA9-43F4-23C8-76F5-B17CD2937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147105-BA3F-C95B-5295-61E775367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C2A34C-BF7C-3729-A698-8FC789FAF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8DE9D-4D6A-D965-6D8B-4133C327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5715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80B9AF-50C5-D90F-487F-506B4078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C21389-2B04-E159-B06A-A71E4ECE9D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E63D-EAE9-39B8-D71C-805F178AD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7473B9-5011-1AE2-05F6-4F9BAD54E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21DF20-0AAE-092E-9D29-DC162B1EC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51F33B-027F-1466-5CC1-10AFF269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114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BF9478-5211-6EB8-734F-FC69A840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A43FD8-E205-7B70-902C-AC0037706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38E146-EFC0-0D28-AFD6-CF83CC79E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2DB3ECE-A268-8567-1212-BFBA88396A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2E0CE7-80A6-8227-350A-4DD0C7D5C2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1BB10A-E1C7-3A2F-5015-B316CF785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936E3F6-5A34-F287-91C6-3C128C15C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01E9FA-8D43-309E-139F-BB74E641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360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B4A63-F666-1667-8606-374235957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703E10-5ADD-3667-286D-1CF521730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C2BA1B0-53A3-8465-B155-9E900FE9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43F171-9519-ED90-B7E5-ACBBFB35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51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157A6EC-3746-B36F-7804-F034DAD90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D46F27-072C-1D63-42AD-C9295901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94638-4CB2-4E54-FCA8-A38E9372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838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9AEACE-F6B4-2682-AC88-3820F34F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E6923-0713-6D7D-8178-F2A1456EF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5BD57-6156-1BA8-7AD2-AAC97A481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944AA-9B39-2234-3330-0CC903A6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8AF9D3-3F3E-8427-5912-A72F36AB2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99698E-1593-705C-8FB9-38BB889C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60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F1BAA6-84E9-3460-2FA3-ECBC70698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9D79AA-0867-6F78-2912-576885FF4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B72AF5-447D-82E6-A17D-F49D5431B2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B2F57F-88C0-8A9B-0E01-203EE4BC8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A5AFD8-24F8-D3DE-86A8-C36255081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348A19-52DE-C668-67E9-5F42B098C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662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7A74B6-EF55-30EC-CE2D-FCEFD4E5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A90B78-80E3-8283-75BA-13885B401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186C20-D9CA-B657-237E-3F2BF67CE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06E91-CC67-8C85-9224-2ADFCB2E1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E7B062-EC67-F946-B42B-B6859127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610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D9E09D-BC04-07D3-4974-FA9AEB010F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9B909C-04D9-9AB6-81CB-C486F25F6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FFCE7C-B377-A380-26C8-9CB611D6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4D4311-A0E6-B447-FEEB-29F95C06B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7D6874-C71E-631D-02AB-191E2A97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176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645F842-5AB5-FFB6-EF99-253F79699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FB9F15-95D7-AE20-FD2A-6F3A76377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83D8E3-ED17-4102-100C-13712558BB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3DBF18-5A6E-DEA3-F0F4-4ED866022E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C4CA75-3692-0AB4-2F38-DD55832D21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448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6117328-0BDE-59CC-72AA-6A815C4D6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871737"/>
            <a:ext cx="7826384" cy="341339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0086E8-7E06-2726-07BA-67E158BA6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25576"/>
            <a:ext cx="7826384" cy="256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50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zhuoyang Liu</dc:creator>
  <cp:lastModifiedBy>zhuoyang Liu</cp:lastModifiedBy>
  <cp:revision>1</cp:revision>
  <dcterms:created xsi:type="dcterms:W3CDTF">2026-02-10T03:20:31Z</dcterms:created>
  <dcterms:modified xsi:type="dcterms:W3CDTF">2026-02-10T03:22:19Z</dcterms:modified>
</cp:coreProperties>
</file>